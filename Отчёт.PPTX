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28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4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18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27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56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0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19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67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08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7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200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0358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815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25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139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484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12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A3808-2F2C-468C-8E50-D7CE77D88F89}" type="datetimeFigureOut">
              <a:rPr lang="ru-RU" smtClean="0"/>
              <a:t>06.07.2023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ED95-617C-4E3E-A060-BA502BC7F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260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altLang="ru-RU" sz="3800" dirty="0">
                <a:latin typeface="Calibri" panose="020F0502020204030204" pitchFamily="34" charset="0"/>
                <a:cs typeface="Calibri" panose="020F0502020204030204" pitchFamily="34" charset="0"/>
              </a:rPr>
              <a:t>Отчет по учебной  практике по ПМ.02.</a:t>
            </a:r>
            <a:r>
              <a:rPr lang="ru-RU" altLang="ru-RU" sz="3800" b="1" dirty="0">
                <a:latin typeface="Calibri" panose="020F0502020204030204" pitchFamily="34" charset="0"/>
                <a:cs typeface="Calibri" panose="020F0502020204030204" pitchFamily="34" charset="0"/>
              </a:rPr>
              <a:t>Осуществление интеграции программных модулей</a:t>
            </a:r>
            <a:r>
              <a:rPr lang="ru-RU" altLang="ru-RU"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ru-RU" altLang="ru-RU" sz="3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altLang="ru-RU" sz="4000" dirty="0"/>
              <a:t>Тема: </a:t>
            </a:r>
            <a:r>
              <a:rPr lang="ru-RU" altLang="ru-RU" sz="4000" dirty="0" smtClean="0"/>
              <a:t>Белка</a:t>
            </a:r>
            <a:endParaRPr lang="ru-RU" sz="3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54038" y="4771924"/>
            <a:ext cx="9448800" cy="685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Студента Петровских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Теймур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Ренатович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Группы 20П-2</a:t>
            </a:r>
          </a:p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Руководитель практики от производства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Титов С. Н.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Руководитель практики от колледжа 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Вылегжанина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Н. А.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3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altLang="ru-RU" dirty="0"/>
              <a:t>Техническое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Назначение программы</a:t>
            </a:r>
          </a:p>
          <a:p>
            <a:r>
              <a:rPr lang="ru-RU" altLang="ru-RU" dirty="0"/>
              <a:t>Функции программы</a:t>
            </a:r>
          </a:p>
          <a:p>
            <a:r>
              <a:rPr lang="ru-RU" altLang="ru-RU" dirty="0"/>
              <a:t>Тип вводимых данных</a:t>
            </a:r>
          </a:p>
          <a:p>
            <a:r>
              <a:rPr lang="ru-RU" altLang="ru-RU" dirty="0"/>
              <a:t>Виды отчетов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61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ru-RU" dirty="0"/>
              <a:t>UML </a:t>
            </a:r>
            <a:r>
              <a:rPr lang="ru-RU" altLang="ru-RU" dirty="0"/>
              <a:t>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Диаграмма вариантов использования</a:t>
            </a:r>
          </a:p>
          <a:p>
            <a:r>
              <a:rPr lang="ru-RU" altLang="ru-RU" dirty="0"/>
              <a:t>Диаграмма последовательности</a:t>
            </a:r>
          </a:p>
          <a:p>
            <a:r>
              <a:rPr lang="ru-RU" altLang="ru-RU" dirty="0"/>
              <a:t>Диаграмма кооперации</a:t>
            </a:r>
          </a:p>
          <a:p>
            <a:r>
              <a:rPr lang="ru-RU" altLang="ru-RU" dirty="0"/>
              <a:t>Диаграмма компонентов</a:t>
            </a:r>
          </a:p>
          <a:p>
            <a:r>
              <a:rPr lang="ru-RU" altLang="ru-RU" dirty="0"/>
              <a:t>Диаграмма потоков данных</a:t>
            </a:r>
          </a:p>
          <a:p>
            <a:r>
              <a:rPr lang="ru-RU" altLang="ru-RU" dirty="0"/>
              <a:t>Диаграмма развертывания</a:t>
            </a:r>
          </a:p>
          <a:p>
            <a:r>
              <a:rPr lang="ru-RU" altLang="ru-RU" dirty="0"/>
              <a:t>Диаграмма деятельности</a:t>
            </a:r>
          </a:p>
          <a:p>
            <a:r>
              <a:rPr lang="ru-RU" altLang="ru-RU" dirty="0"/>
              <a:t>Диаграмма классов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04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altLang="ru-RU" dirty="0"/>
              <a:t>Диаграмма вариантов использования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406" y="2193925"/>
            <a:ext cx="6707187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6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altLang="ru-RU" dirty="0"/>
              <a:t>Диаграмма классов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406" y="2193925"/>
            <a:ext cx="6707187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1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65269" y="764373"/>
            <a:ext cx="8610600" cy="1293028"/>
          </a:xfrm>
        </p:spPr>
        <p:txBody>
          <a:bodyPr/>
          <a:lstStyle/>
          <a:p>
            <a:pPr algn="l"/>
            <a:r>
              <a:rPr lang="ru-RU" altLang="ru-RU" dirty="0"/>
              <a:t>Демонстрация программы.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Окно авторизации</a:t>
            </a:r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70849" y="2501265"/>
            <a:ext cx="36671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25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Окно регистрации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t="1518" r="1394" b="1084"/>
          <a:stretch/>
        </p:blipFill>
        <p:spPr>
          <a:xfrm>
            <a:off x="3864834" y="2238102"/>
            <a:ext cx="4312515" cy="391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4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Окно с </a:t>
            </a:r>
            <a:r>
              <a:rPr lang="ru-RU" dirty="0" err="1" smtClean="0"/>
              <a:t>капчей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793" t="1515" r="1521" b="2171"/>
          <a:stretch/>
        </p:blipFill>
        <p:spPr>
          <a:xfrm>
            <a:off x="2569029" y="2254885"/>
            <a:ext cx="7001691" cy="387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9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Окно с товарами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550" t="665" r="550" b="874"/>
          <a:stretch/>
        </p:blipFill>
        <p:spPr>
          <a:xfrm>
            <a:off x="2499361" y="2238104"/>
            <a:ext cx="719328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Окно с заказами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643" t="1963" r="763" b="1740"/>
          <a:stretch/>
        </p:blipFill>
        <p:spPr>
          <a:xfrm>
            <a:off x="2534194" y="2272936"/>
            <a:ext cx="7114903" cy="38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1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период с 19 июня по 6 июля 2023 года я проходил производственную практику по специальности 09.02.07 Информационные системы и программирование по ПМ.11. ПМ.04. Сопровождение и обслуживание программного обеспечения компьютерных систем</a:t>
            </a:r>
          </a:p>
          <a:p>
            <a:r>
              <a:rPr lang="ru-RU" dirty="0"/>
              <a:t>	Практика проходила в Кировская обл.  р-н Слободской, г. Слободской, Слободская ул., 53, условия были хорошие, проблемы возникали.</a:t>
            </a:r>
          </a:p>
          <a:p>
            <a:r>
              <a:rPr lang="ru-RU" dirty="0"/>
              <a:t>	В ходе практике в ООО “СФ” Белка –Фаворит” мне удалось проследить связь теоретических знаний с практической деятельностью.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857618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21</TotalTime>
  <Words>120</Words>
  <Application>Microsoft Office PowerPoint</Application>
  <PresentationFormat>Широкоэкранный</PresentationFormat>
  <Paragraphs>31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Gothic</vt:lpstr>
      <vt:lpstr>След самолета</vt:lpstr>
      <vt:lpstr>Отчет по учебной  практике по ПМ.02.Осуществление интеграции программных модулей. Тема: Белка</vt:lpstr>
      <vt:lpstr>Техническое задание</vt:lpstr>
      <vt:lpstr>UML диаграммы</vt:lpstr>
      <vt:lpstr>Диаграмма вариантов использования</vt:lpstr>
      <vt:lpstr>Диаграмма классов</vt:lpstr>
      <vt:lpstr>Демонстрация программы.</vt:lpstr>
      <vt:lpstr>Окно регистрации</vt:lpstr>
      <vt:lpstr>Окно с капчей</vt:lpstr>
      <vt:lpstr>Окно с товарами</vt:lpstr>
      <vt:lpstr>Окно с заказами</vt:lpstr>
      <vt:lpstr>Вывод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 практике по ПМ.02.Осуществление интеграции программных модулей. Тема: Белка</dc:title>
  <dc:creator>Учетная запись Майкрософт</dc:creator>
  <cp:lastModifiedBy>Учетная запись Майкрософт</cp:lastModifiedBy>
  <cp:revision>2</cp:revision>
  <dcterms:created xsi:type="dcterms:W3CDTF">2023-07-06T06:46:37Z</dcterms:created>
  <dcterms:modified xsi:type="dcterms:W3CDTF">2023-07-06T07:07:46Z</dcterms:modified>
</cp:coreProperties>
</file>